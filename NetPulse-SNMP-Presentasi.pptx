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0" y="1097280"/>
            <a:ext cx="8899855" cy="466344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300" b="1">
                <a:solidFill>
                  <a:srgbClr val="10B981"/>
                </a:solidFill>
              </a:defRPr>
            </a:pPr>
            <a:r>
              <a:t>NETWORK OPERATIONS CENTER (NOC) ENTERPRISE</a:t>
            </a:r>
          </a:p>
          <a:p>
            <a:pPr algn="ctr">
              <a:defRPr sz="4400" b="1">
                <a:solidFill>
                  <a:srgbClr val="00E5FF"/>
                </a:solidFill>
              </a:defRPr>
            </a:pPr>
            <a:r>
              <a:t>NetPulse SNMP</a:t>
            </a:r>
          </a:p>
          <a:p>
            <a:pPr algn="ctr">
              <a:spcAft>
                <a:spcPts val="2000"/>
              </a:spcAft>
              <a:defRPr sz="1600">
                <a:solidFill>
                  <a:srgbClr val="F8FAFC"/>
                </a:solidFill>
              </a:defRPr>
            </a:pPr>
            <a:r>
              <a:t>Aplikasi Mobile Monitoring Jaringan Real-Time Multi-Vendor Berbasis Android &amp; SNMP</a:t>
            </a:r>
          </a:p>
          <a:p>
            <a:pPr algn="ctr">
              <a:defRPr sz="1200">
                <a:solidFill>
                  <a:srgbClr val="94A3B8"/>
                </a:solidFill>
              </a:defRPr>
            </a:pPr>
            <a:r>
              <a:t>Didukung: MikroTik RouterOS • Cisco Catalyst • Ruijie Reyee • OpenWrt Linux</a:t>
            </a:r>
            <a:br/>
            <a:r>
              <a:t>Terintegrasi Bot Peringatan Dini Telegram &amp; OID Diagnostic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E5FF"/>
                </a:solidFill>
              </a:defRPr>
            </a:pPr>
            <a:r>
              <a:t>1. Latar Belakang &amp; Permasalahan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Tantangan Administrator Jaringan di Lingkungan Kampus / Instansi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NetPulse SNMP • Sistem Monitoring Jaringan Mobile NOC • UNUGHA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Tantangan Lapangan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Ketergantungan pada PC/Laptop: Admin NOC harus membuka WinBox atau WebGUI di desktop untuk mengecek status router.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Respon Gangguan yang Lambat: Ketika internet down di gedung tertentu, admin sering terlambat mengetahui masalah.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Heterogenitas Perangkat: Kampus menggunakan router dan switch dari berbagai vendor (MikroTik, Cisco, Ruijie, OpenWrt) dengan tools terpisah.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Beban Server NMS Berat: Aplikasi monitoring desktop/server seperti PRTG, Cacti, atau Zabbix memerlukan resource server tersendiri.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Kebutuhan Solusi Baru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Monitoring Portabel: Kemampuan memantau status jaringan langsung dari HP saat mobilitas di area kampus.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Protokol Terstandar: Memanfaatkan protokol standar dunia SNMP (Simple Network Management Protocol) tanpa perlu install agent di router.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Notifikasi Instan: Pengiriman alert otomatis ke grup Telegram tim teknis ketika trafik meledak atau router offline.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Antarmuka Modern: UI responsif di HP (Galaxy A10) hingga Tablet (Galaxy Tab A7 Lite).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E5FF"/>
                </a:solidFill>
              </a:defRPr>
            </a:pPr>
            <a:r>
              <a:t>2. Solusi Yang Dihadirkan: NetPulse SNMP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Arsitektur Ringan Tanpa Server Perantara (Direct UDP Protocol)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NetPulse SNMP • Sistem Monitoring Jaringan Mobile NOC • UNUGHA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Direct SNMP Engine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Berkomunikasi langsung via UDP Port 161 ke router.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Membaca ASN.1 / BER encoding secara native tanpa pihak ketiga.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Interval polling cepat (3 detik) untuk telemetri real-time.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Bekerja di jaringan lokal Wi-Fi kampus maupun VPN.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Multi-Vendor Universal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MikroTik RouterOS (CCR, RB, Hex, CHR).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Cisco IOS (Catalyst Switch, ISR Router).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Ruijie Reyee (Smart Switch &amp; AP Cloud).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OpenWrt Linux (Gateway x86 &amp; Embedded).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Generic RFC 1213 MIB-II untuk perangkat lainnya.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Early Warning Telegram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Integrasi resmi Telegram Bot API.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Alert otomatis saat CPU Load melebihi batas (misal &gt; 85%).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Alert saat kabel putus atau router mati (SNMP Timeout).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Format pesan rapi dengan ikon severity (CRITICAL/WARNING).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E5FF"/>
                </a:solidFill>
              </a:defRPr>
            </a:pPr>
            <a:r>
              <a:t>3. Arsitektur Sistem &amp; Alur Kerja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Diagram Aliran Data dari Router Hardware ke Layar Pengguna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NetPulse SNMP • Sistem Monitoring Jaringan Mobile NOC • UNUGHA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Aliran Kerja Polling Telemetri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1. Inisialisasi: Aplikasi membaca konfigurasi node dari database lokal SQLite/Room.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2. SNMP Request: Mengirim paket GetRequest PDU UDP Port 161 ke IP router (misal MikroTik kampus).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3. Ekstraksi Data: Router membalas nilai OID spesifik (CPU, Oktet In/Out, Uptime, Klien).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4. Kalkulasi Bandwidth: Menghitung selisih oktet byte per detik menjadi Kbps/Mbps.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5. Rendering Visual: Menampilkan jarum gauge CPU dan grafik kanvas grafik fluida.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6. Alert Evaluation: Memeriksa apakah metrik melanggar ambang batas telegram.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Keunggulan Arsitektur Ini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Zero-Server Requirement: Tidak memerlukan server backend perantara; HP bertindak langsung sebagai NMS client.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Data 100% Privat: Kredensial router dan community string hanya tersimpan aman di database lokal HP.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Offline-Ready: Tetap dapat membuka riwayat perangkat dan data log alert meskipun jaringan sedang terputus.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Konsumsi Baterai Rendah: Menggunakan Coroutines Flow dengan pembacaan asinkron tanpa membebani CPU smartphone.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E5FF"/>
                </a:solidFill>
              </a:defRPr>
            </a:pPr>
            <a:r>
              <a:t>4. Fitur-Fitur Utama Aplikasi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Enam Modul Fungsional Lengkap untuk NOC Administrator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NetPulse SNMP • Sistem Monitoring Jaringan Mobile NOC • UNUGHA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1. Portal Login Keamanan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Autentikasi operator NOC sebelum masuk dashboard.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Tersedia fitur 'Ingat Sesi Masuk' &amp; ganti kata sandi.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Kredensial bawaan: admin / admin123.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2. Dashboard Telemetri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CPU Load Gauge analog 0-100% dinamis.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Grafik kanvas real-time Download/Upload.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Uptime jam:menit dan jumlah klien aktif.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3. Manajemen Interface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Daftar port fisik: ether, sfp, vlan, bridge.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Status link UP / DOWN warna hijau/merah.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Statistik akumulasi byte RX dan TX.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4. VLAN &amp; DHCP Leases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Inspeksi ID VLAN dan subnet alokasi.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Daftar perangkat klien (IP, MAC, Hostname).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Status sewa DHCP: Bound atau Static.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5. Telegram Notifier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Bot token dan Chat ID testing bawaan.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Slider konfigurasi ambang batas CPU.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Riwayat log peringatan lengkap waktu kejadian.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6. SNMP OID Diagnostic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Peralatan MIB Walker mandiri di aplikasi.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Dapat memasukkan custom OID apa saja.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Ukur latensi respon ping paket SNMP dalam 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E5FF"/>
                </a:solidFill>
              </a:defRPr>
            </a:pPr>
            <a:r>
              <a:t>5. Pembuktian Validitas Data Riil MikroTik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Daftar OID Resmi MIB yang Dibaca dari RouterOS Kampus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NetPulse SNMP • Sistem Monitoring Jaringan Mobile NOC • UNUGHA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Pemetaan OID Resmi di Aplikasi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CPU Load: .1.3.6.1.4.1.14988.1.1.1.3.1.5.1 (mtxrHlProcessorUsage) &amp; fallback .1.3.6.1.2.1.25.3.3.1.2.1 (hrProcessorLoad).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Download Octets: .1.3.6.1.2.1.31.1.1.1.6.1 (ifHCInOctets 64-bit High Capacity) untuk akurasi trafik gigabit.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Upload Octets: .1.3.6.1.2.1.31.1.1.1.10.1 (ifHCOutOctets 64-bit High Capacity).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System Uptime: .1.3.6.1.2.1.1.3.0 (sysUpTimeInstance) dalam satuan centiseconds.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Client Count: .1.3.6.1.4.1.14988.1.1.1.2.1.1 (Wireless reg table / ARP count).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Dua Mode Operasional Fleksibel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1. Mode Perangkat Riil (Mode Simulasi = OFF):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   • Mengirim request paket SNMP sebenarnya ke IP MikroTik kampus.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   • Jika router mati, langsung mendeteksi SNMP Timeout dan mengirim alert Telegram.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   • Nilai trafik, CPU, dan status 100% valid dari hardware fisik.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2. Mode Simulasi Edukasi (Mode Simulasi = ON):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   • Sangat berguna untuk presentasi, demo kelas, atau saat tidak berada di area kampus.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   • Menghasilkan simulasi fluktuasi trafik realistis untuk menguji respon grafik.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E5FF"/>
                </a:solidFill>
              </a:defRPr>
            </a:pPr>
            <a:r>
              <a:t>6. Keamanan &amp; Sistem Login Admin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Mencegah Akses Tidak Sah ke Konsol Pengawasan Jaringan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NetPulse SNMP • Sistem Monitoring Jaringan Mobile NOC • UNUGHA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Fitur Keamanan Aplikasi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Portal Login Mandiri: Layar utama terkunci sebelum operator memasukkan username &amp; password yang tepat.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Toggle Visibility Password: Fitur intip kata sandi untuk mencegah salah ketik.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Penyimpanan Sesi Aman: Menggunakan enkripsi preferensi lokal Android, data sesi aman dari pembajakan aplikasi lain.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Tombol Logout Terproteksi: Dilengkapi konfirmasi dialog di menu atas dan menu pengaturan.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Fitur Ganti Sandi: Admin dapat memperbarui kata sandi default 'admin123' kapan saja di menu pengaturan.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Praktik Keamanan SNMP Lapangan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SNMP Community String: Aplikasi mendukung penggantian 'public' ke string rahasia organisasi.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Pembatasan Subnet IP: Di sisi MikroTik, menu '/snmp community' dapat disetting hanya merespon IP subnet smartphone teknisi.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SNMP Port Custom: Port UDP dapat dipindahkan dari 161 ke port khusus untuk menghindari port scanner.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No-Cloud Leakage: Tidak ada data telemetri yang dikirim ke server pihak ketiga (kecuali bot Telegram yang disetujui pengguna).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E5FF"/>
                </a:solidFill>
              </a:defRPr>
            </a:pPr>
            <a:r>
              <a:t>7. Teknologi &amp; Stack Pengembangan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Dibangun dengan Standar Arsitektur Modern Android Google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NetPulse SNMP • Sistem Monitoring Jaringan Mobile NOC • UNUGHA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Android Modern Tech Stack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Bahasa Pemrograman: 100% Kotlin dengan Coroutines &amp; StateFlow asinkron.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UI Framework: Jetpack Compose + Material Design 3 (M3).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Database Lokal: Android Room Database (SQLite Engine) untuk persistensi node dan alert.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Pola Desain: MVVM (Model-View-ViewModel) + Clean Repository Pattern.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Visualisasi: Custom Canvas drawing untuk grafik bandwidth dinamis dan gauge jarum CPU.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Responsif: Dukungan tata letak adaptif untuk smartphone (Galaxy A10) dan tablet (Galaxy Tab A7 Lite).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Spesifikasi Minimal Perangkat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Sistem Operasi: Android 8.0 (Oreo) hingga Android 14+.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RAM Minimum: 1 GB (Sangat ringan dan hemat daya baterai).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Izin Sistem: Menggunakan izin INTERNET murni tanpa meminta izin berbahaya (storage/lokasi).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Kompatibilitas Layar: Compact Phone (Handheld) dan Expanded Screen (Tablet Navigation Rail).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Ukuran APK: Hanya ~15 MB, cepat diinstal di berbagai tipe smartphone teknisi.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E5FF"/>
                </a:solidFill>
              </a:defRPr>
            </a:pPr>
            <a:r>
              <a:t>8. Kesimpulan &amp; Roadmap Pengembangan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Ringkasan Nilai Manfaat dan Rencana Pengembangan ke Depan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NetPulse SNMP • Sistem Monitoring Jaringan Mobile NOC • UNUGHA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Nilai Manfaat Utama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1. Efisiensi Waktu: Teknisi dapat mendiagnosis kesehatan jaringan saat berada di lapangan tanpa harus kembali ke ruang NOC.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2. Multi-Vendor Agnostik: Satu aplikasi dapat memantau MikroTik, Cisco, Ruijie, dan OpenWrt secara bersamaan.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3. Peringatan Dini: Bot Telegram memastikan insiden jaringan dapat ditangani sebelum dikeluhkan pengguna.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4. Bebas Biaya Server: Tidak butuh sewa VPS atau server NMS khusus.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E5FF"/>
                </a:solidFill>
              </a:defRPr>
            </a:pPr>
            <a:r>
              <a:t>Rencana Pengembangan (Roadmap)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• SNMP v3 Support: Penambahan enkripsi AuthPriv (USM, SHA-256, AES-128).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• Auto Network Discovery: Fitur pemindaian otomatis seluruh perangkat dalam subnet IP /24.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• Ekspor Laporan: Pembuatan laporan performa bulanan berformat PDF/Excel.</a:t>
            </a:r>
          </a:p>
          <a:p>
            <a:pPr>
              <a:spcAft>
                <a:spcPts val="500"/>
              </a:spcAft>
              <a:defRPr sz="1200">
                <a:solidFill>
                  <a:srgbClr val="F8FAFC"/>
                </a:solidFill>
              </a:defRPr>
            </a:pPr>
            <a:r>
              <a:t>•  • Widget Layar Utama: Menampilkan ringkasan status router di home screen Android.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0" y="1371600"/>
            <a:ext cx="8168335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3600" b="1">
                <a:solidFill>
                  <a:srgbClr val="00E5FF"/>
                </a:solidFill>
              </a:defRPr>
            </a:pPr>
            <a:r>
              <a:t>TERIMA KASIH</a:t>
            </a:r>
          </a:p>
          <a:p>
            <a:pPr algn="ctr">
              <a:spcAft>
                <a:spcPts val="2000"/>
              </a:spcAft>
              <a:defRPr sz="1600" b="1">
                <a:solidFill>
                  <a:srgbClr val="F8FAFC"/>
                </a:solidFill>
              </a:defRPr>
            </a:pPr>
            <a:r>
              <a:t>NetPulse SNMP - Enterprise Network Monitoring in Your Pocket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Sesi Diskusi &amp; Tanya Jawab (Q&amp;A)</a:t>
            </a:r>
            <a:br/>
            <a:br/>
            <a:r>
              <a:t>Universitas Nahdlatul Ulama Al Ghazali (UNUGHA)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